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23:57:15.007"/>
    </inkml:context>
    <inkml:brush xml:id="br0">
      <inkml:brushProperty name="width" value="0.35" units="cm"/>
      <inkml:brushProperty name="height" value="0.35" units="cm"/>
      <inkml:brushProperty name="color" value="#CC912C"/>
      <inkml:brushProperty name="inkEffects" value="gold"/>
      <inkml:brushProperty name="anchorX" value="0"/>
      <inkml:brushProperty name="anchorY" value="0"/>
      <inkml:brushProperty name="scaleFactor" value="0.5"/>
    </inkml:brush>
  </inkml:definitions>
  <inkml:trace contextRef="#ctx0" brushRef="#br0">0 0 24575,'0'0'0,"5"0"0,5 0 0,6 0 0,8 0 0,9 0 0,7 0 0,5 0 0,9 0 0,2 0 0,6 0 0,4 0 0,4 0 0,-2 0 0,-3 0 0,0 0 0,-8 0 0,-3 0 0,-8 0 0,-7 0 0,-6 0 0,-9 5 0,-8 5 0,-7 5 0,-4 5 0,-9 2 0,-7 8 0,-6 1 0,-4-5 0,2-1 0,-1-1 0,3 0 0,0 5 0,-1-5 0,3 5 0,-1-5 0,3-1 0,-2 0 0,-2 0 0,3 1 0,3 0 0,-2-5 0,3 1 0,-3-6 0,3 2 0,-3 1 0,-3 2 0,-3-3 0,3 2 0,3 1 0,4 2 0,-2 1 0,-2 1 0,-3-3 0,1 0 0,-2-5 0,3 1 0,-1-4 0,-3-3 0,-1-8 0,2-8 0,-1-7 0,4-10 0,-7-9 0,-1-3 0,2-5 0,0 2 0,-1 3 0,-1-3 0,-1 3 0,4 3 0,0 7 0,4 3 0,-1 6 0,4 1 0,-2 5 0,3-2 0,2-3 0,4-2 0,1-2 0,3-3 0,0-1 0,2-1 0,4 4 0,6 11 0,10 9 0,4 6 0,3 6 0,6 1 0,5 4 0,4 2 0,4 3 0,2 2 0,6-3 0,2-5 0,-1-5 0,-5 1 0,-13 2 0,-5-2 0,-11-2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23:57:17.863"/>
    </inkml:context>
    <inkml:brush xml:id="br0">
      <inkml:brushProperty name="width" value="0.35" units="cm"/>
      <inkml:brushProperty name="height" value="0.35" units="cm"/>
      <inkml:brushProperty name="color" value="#CC912C"/>
      <inkml:brushProperty name="inkEffects" value="gold"/>
      <inkml:brushProperty name="anchorX" value="-2007.22412"/>
      <inkml:brushProperty name="anchorY" value="-1635.26038"/>
      <inkml:brushProperty name="scaleFactor" value="0.5"/>
    </inkml:brush>
  </inkml:definitions>
  <inkml:trace contextRef="#ctx0" brushRef="#br0">153 0 24575,'0'0'0,"0"9"0,0 8 0,0 8 0,0 4 0,0 7 0,0 5 0,0 4 0,0 4 0,0 1 0,0 0 0,0 2 0,0 4 0,0 0 0,0 5 0,0 0 0,0-3 0,0-1 0,0-2 0,0-8 0,0 4 0,0-5 0,-5 0 0,-1-5 0,1 0 0,-4 2 0,1-4 0,-5 2 0,3 2 0,1-3 0,3 2 0,2-4 0,2-3 0,1-3 0,1-3 0,-5 3 0,0-1 0,1-1 0,-5-1 0,1-2 0,1 0 0,2-1 0,1-1 0,-3-5 0,1 0 0,1-1 0,1 2 0,1 1 0,1 1 0,2 1 0,-1 1 0,2 0 0,-1 0 0,0 1 0,0-1 0,0 0 0,1 1 0,-1-1 0,0 0 0,0 0 0,0 0 0,0 1 0,0-6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23:57:20.378"/>
    </inkml:context>
    <inkml:brush xml:id="br0">
      <inkml:brushProperty name="width" value="0.35" units="cm"/>
      <inkml:brushProperty name="height" value="0.35" units="cm"/>
      <inkml:brushProperty name="color" value="#CC912C"/>
      <inkml:brushProperty name="inkEffects" value="gold"/>
      <inkml:brushProperty name="anchorX" value="-586.12054"/>
      <inkml:brushProperty name="anchorY" value="-2524.79028"/>
      <inkml:brushProperty name="scaleFactor" value="0.5"/>
    </inkml:brush>
  </inkml:definitions>
  <inkml:trace contextRef="#ctx0" brushRef="#br0">0 0 24575,'0'0'0,"5"9"0,1 13 0,9 9 0,5 8 0,3 11 0,8 5 0,1 1 0,5 1 0,-1-2 0,4-1 0,-3-1 0,-2-2 0,-8-5 0,-2-11 0,-3-5 0,-5-5 0,-6-1 0,-3-7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23:57:21.691"/>
    </inkml:context>
    <inkml:brush xml:id="br0">
      <inkml:brushProperty name="width" value="0.35" units="cm"/>
      <inkml:brushProperty name="height" value="0.35" units="cm"/>
      <inkml:brushProperty name="color" value="#CC912C"/>
      <inkml:brushProperty name="inkEffects" value="gold"/>
      <inkml:brushProperty name="anchorX" value="-2282.58691"/>
      <inkml:brushProperty name="anchorY" value="-4503.396"/>
      <inkml:brushProperty name="scaleFactor" value="0.5"/>
    </inkml:brush>
  </inkml:definitions>
  <inkml:trace contextRef="#ctx0" brushRef="#br0">873 0 24575,'0'0'0,"4"0"0,2 5 0,-1 6 0,-5 4 0,-7 4 0,-12 9 0,-10-3 0,-8 6 0,-7-1 0,-5 0 0,-7 4 0,-1 0 0,-1-2 0,2-2 0,1-1 0,2-2 0,6-6 0,1-1 0,6 0 0,4-5 0,5 2 0,2 1 0,3 1 0,1 3 0,1-4 0,4 1 0,1-5 0,5 2 0,4-3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23:57:24.691"/>
    </inkml:context>
    <inkml:brush xml:id="br0">
      <inkml:brushProperty name="width" value="0.35" units="cm"/>
      <inkml:brushProperty name="height" value="0.35" units="cm"/>
      <inkml:brushProperty name="color" value="#CC912C"/>
      <inkml:brushProperty name="inkEffects" value="gold"/>
      <inkml:brushProperty name="anchorX" value="-140.42747"/>
      <inkml:brushProperty name="anchorY" value="-3844.86719"/>
      <inkml:brushProperty name="scaleFactor" value="0.5"/>
    </inkml:brush>
  </inkml:definitions>
  <inkml:trace contextRef="#ctx0" brushRef="#br0">1 1 24575,'0'0'0,"8"0"0,9 0 0,3 0 0,4 0 0,12 0 0,1 0 0,0 0 0,-2 0 0,2 0 0,-2 0 0,-2 0 0,-2 0 0,-3 0 0,-1 0 0,4 0 0,-1 0 0,0 0 0,-1 0 0,-1 0 0,-7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519F-C221-C5CA-A170-194157D98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B5379-09EF-DBE4-209F-52905B35A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DD237-3402-16DA-99A9-EAF72815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AB065-CD3F-27A6-0B30-581BA097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99863-2D09-A7FE-771E-7AC56BE1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94020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3513-E023-58F3-E762-91BD86E0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82681-CF29-3E33-2A4E-D226AB8CC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00CDF-93E9-87A5-3763-357C67BD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81559-2A79-F52C-E439-37DAAD76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4CF21-2F32-01C2-C4B7-EA7E9E53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956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0F1FF-4291-3B99-4E1B-9D12FAC8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B95A6-B8D5-4A27-B50E-4E41E44A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613E1-B1C8-02CD-9F1C-929ABD73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5397B-E745-6CA0-CB6D-7424B130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20A53-727B-FAC6-8CD0-33E05D81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02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C57E-7F4F-3DA4-1A07-27AFC717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A1671-156C-E5DE-71CF-38082D334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C517D-FB70-3E85-E784-425074A71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4C9D3-A6F5-73E9-44E7-0E05AB65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FF10B-A728-A39E-BB15-CC42EB3E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5838C-25FA-C100-7701-5A445BA6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471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9E3E-00A3-EB57-0B1F-8CA4C8C25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DC702-B72C-849D-A9BB-66ADE2E9C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3A16E-9BFE-E8A2-BC42-DD7898601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54DB7-465A-6BE9-5F81-F295EB9E8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5477D-A241-05A3-2A85-1B95F5BCE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7AF479-45C8-88FD-574D-3E15E86A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6E4CF-6A38-09C4-8AA0-6053EA6E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D3CDAA-FB68-C802-6975-0450B7D1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5306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8FC8-3C1F-0FEB-1BC9-1C18C1A7A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48DEB-00D4-5534-9B46-1CA9FDED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14D2A-9E39-211A-A8C6-C2CA9B57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7A39-A77F-FBD1-00E6-4FB9775C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954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F528E-3C6B-3EF7-7650-8B222E19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75B37-06E5-56D2-6C63-81B08A56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A6367-B496-1E36-44D3-BA87E482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758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09C6-047A-3E9E-C345-27C3D637A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3FD1-290F-9EC4-024A-0EF54FAC2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07CC7-DE15-325E-1049-CB815BC6C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B8E67-7188-BD54-66EC-B064727E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8CD80-4637-5A82-74D4-911A602FB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408CD-AE11-A0CE-E315-A8A90A31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238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C70A-C1DC-731A-C609-C11C0C48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C661E0-16A9-3944-0369-56268DDCC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FA92A-1FCB-99DD-24E5-285837243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3E688-CC1D-D671-D079-6F058070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9557A-653D-A599-6B1A-7F73A2E99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C42EB-24F6-51EF-7F9C-C12A7F56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875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2A63-7E90-CC99-1247-6EB883DB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FC4F0-D02B-3BB7-005A-4E090F71B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C9355-4CA6-208C-B3F6-B2E99E87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FB330-A18F-D26B-A304-B23BC774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4C334-C382-6018-2A93-EB79ACCE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716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2C6DB-8493-3FCB-EB2E-F3DB9BDEB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6EBF2-C03B-52CC-8F54-77524E913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DE566-73F8-C977-879D-C2663545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F62D7-A43C-7492-1F42-689E632B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B08B6-C72C-C30A-67C2-B76FAD22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3868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5FEF01-1ACC-5C5D-F2C7-0372BE53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BD042-2BEE-1F72-9738-E33493A02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F0B52-E37A-0DE3-9095-44D8AED7C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562D9-C9F3-4DC7-B5FA-EE4C1AB1C7B4}" type="datetimeFigureOut">
              <a:rPr lang="vi-VN" smtClean="0"/>
              <a:t>30/06/2026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D6ABA-54E6-B51A-2021-8A9F83EF6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5F52-2160-C1C9-905D-E4DD7579E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64750-5DF4-47F3-A1E5-4306BDB001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838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44071D9A-9354-6E27-132E-B519B189DDEE}"/>
              </a:ext>
            </a:extLst>
          </p:cNvPr>
          <p:cNvGrpSpPr/>
          <p:nvPr/>
        </p:nvGrpSpPr>
        <p:grpSpPr>
          <a:xfrm>
            <a:off x="2676735" y="-483889"/>
            <a:ext cx="6496783" cy="9180236"/>
            <a:chOff x="2676735" y="-483889"/>
            <a:chExt cx="6496783" cy="91802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D49EFA4-97C2-D800-6B81-803F9D2BC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6735" y="-483889"/>
              <a:ext cx="6496783" cy="9180236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</p:spPr>
        </p:pic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B539027-04FE-7297-244A-CE88A4A91A8B}"/>
                </a:ext>
              </a:extLst>
            </p:cNvPr>
            <p:cNvGrpSpPr/>
            <p:nvPr/>
          </p:nvGrpSpPr>
          <p:grpSpPr>
            <a:xfrm>
              <a:off x="5183106" y="3567066"/>
              <a:ext cx="1293907" cy="1489295"/>
              <a:chOff x="5183106" y="3567066"/>
              <a:chExt cx="1293907" cy="1489295"/>
            </a:xfrm>
          </p:grpSpPr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2343D842-38E3-9CB0-F8A0-9A4B526342C2}"/>
                  </a:ext>
                </a:extLst>
              </p:cNvPr>
              <p:cNvSpPr/>
              <p:nvPr/>
            </p:nvSpPr>
            <p:spPr>
              <a:xfrm>
                <a:off x="5183106" y="3567066"/>
                <a:ext cx="516048" cy="778598"/>
              </a:xfrm>
              <a:prstGeom prst="arc">
                <a:avLst>
                  <a:gd name="adj1" fmla="val 15954857"/>
                  <a:gd name="adj2" fmla="val 543001"/>
                </a:avLst>
              </a:prstGeom>
              <a:ln w="57150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940BB68-5729-D7D3-393A-239EBAE6C261}"/>
                  </a:ext>
                </a:extLst>
              </p:cNvPr>
              <p:cNvCxnSpPr/>
              <p:nvPr/>
            </p:nvCxnSpPr>
            <p:spPr>
              <a:xfrm>
                <a:off x="5721790" y="4106229"/>
                <a:ext cx="0" cy="692108"/>
              </a:xfrm>
              <a:prstGeom prst="line">
                <a:avLst/>
              </a:prstGeom>
              <a:ln w="57150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1FA136DB-1C23-C37E-4C81-2F15FC2B863D}"/>
                  </a:ext>
                </a:extLst>
              </p:cNvPr>
              <p:cNvSpPr/>
              <p:nvPr/>
            </p:nvSpPr>
            <p:spPr>
              <a:xfrm rot="15579367" flipH="1">
                <a:off x="5829690" y="4409038"/>
                <a:ext cx="516048" cy="778598"/>
              </a:xfrm>
              <a:prstGeom prst="arc">
                <a:avLst>
                  <a:gd name="adj1" fmla="val 15954857"/>
                  <a:gd name="adj2" fmla="val 18313046"/>
                </a:avLst>
              </a:prstGeom>
              <a:ln w="57150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vi-VN" dirty="0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FF39268-C7DB-C05C-10BB-AC7B1B5722B1}"/>
                </a:ext>
              </a:extLst>
            </p:cNvPr>
            <p:cNvGrpSpPr/>
            <p:nvPr/>
          </p:nvGrpSpPr>
          <p:grpSpPr>
            <a:xfrm flipH="1">
              <a:off x="5344559" y="3545770"/>
              <a:ext cx="1293907" cy="1489295"/>
              <a:chOff x="5183106" y="3567066"/>
              <a:chExt cx="1293907" cy="1489295"/>
            </a:xfrm>
          </p:grpSpPr>
          <p:sp>
            <p:nvSpPr>
              <p:cNvPr id="76" name="Arc 75">
                <a:extLst>
                  <a:ext uri="{FF2B5EF4-FFF2-40B4-BE49-F238E27FC236}">
                    <a16:creationId xmlns:a16="http://schemas.microsoft.com/office/drawing/2014/main" id="{D60B1CB0-561E-D4BC-82B8-B2AC9FEA8CB5}"/>
                  </a:ext>
                </a:extLst>
              </p:cNvPr>
              <p:cNvSpPr/>
              <p:nvPr/>
            </p:nvSpPr>
            <p:spPr>
              <a:xfrm>
                <a:off x="5183106" y="3567066"/>
                <a:ext cx="516048" cy="778598"/>
              </a:xfrm>
              <a:prstGeom prst="arc">
                <a:avLst>
                  <a:gd name="adj1" fmla="val 15954857"/>
                  <a:gd name="adj2" fmla="val 543001"/>
                </a:avLst>
              </a:prstGeom>
              <a:ln w="57150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3B837B6-7617-5579-6AD8-9B52D88D3587}"/>
                  </a:ext>
                </a:extLst>
              </p:cNvPr>
              <p:cNvCxnSpPr/>
              <p:nvPr/>
            </p:nvCxnSpPr>
            <p:spPr>
              <a:xfrm>
                <a:off x="5721790" y="4106229"/>
                <a:ext cx="0" cy="692108"/>
              </a:xfrm>
              <a:prstGeom prst="line">
                <a:avLst/>
              </a:prstGeom>
              <a:ln w="57150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Arc 77">
                <a:extLst>
                  <a:ext uri="{FF2B5EF4-FFF2-40B4-BE49-F238E27FC236}">
                    <a16:creationId xmlns:a16="http://schemas.microsoft.com/office/drawing/2014/main" id="{2FFCAE26-37AE-46AE-94A3-88B9929AB121}"/>
                  </a:ext>
                </a:extLst>
              </p:cNvPr>
              <p:cNvSpPr/>
              <p:nvPr/>
            </p:nvSpPr>
            <p:spPr>
              <a:xfrm rot="15579367" flipH="1">
                <a:off x="5829690" y="4409038"/>
                <a:ext cx="516048" cy="778598"/>
              </a:xfrm>
              <a:prstGeom prst="arc">
                <a:avLst>
                  <a:gd name="adj1" fmla="val 15954857"/>
                  <a:gd name="adj2" fmla="val 18313046"/>
                </a:avLst>
              </a:prstGeom>
              <a:ln w="57150"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090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8D4D4-1BD6-D1F4-EF56-F776BF8C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F28C99C-94ED-E4E4-A570-1AC41810FA0B}"/>
              </a:ext>
            </a:extLst>
          </p:cNvPr>
          <p:cNvGrpSpPr/>
          <p:nvPr/>
        </p:nvGrpSpPr>
        <p:grpSpPr>
          <a:xfrm>
            <a:off x="2694842" y="-447675"/>
            <a:ext cx="6496783" cy="9180236"/>
            <a:chOff x="2694842" y="-447675"/>
            <a:chExt cx="6496783" cy="91802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E48DD65-63E4-2060-84D1-8DADDFABF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4842" y="-447675"/>
              <a:ext cx="6496783" cy="9180236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24E8AA9-3CD0-2CE1-5A82-66D923AD6AB1}"/>
                </a:ext>
              </a:extLst>
            </p:cNvPr>
            <p:cNvCxnSpPr>
              <a:cxnSpLocks/>
            </p:cNvCxnSpPr>
            <p:nvPr/>
          </p:nvCxnSpPr>
          <p:spPr>
            <a:xfrm>
              <a:off x="4934139" y="4246075"/>
              <a:ext cx="0" cy="1457608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D387D58-C1C2-038C-17F9-6F3CCE44D3FE}"/>
                </a:ext>
              </a:extLst>
            </p:cNvPr>
            <p:cNvCxnSpPr>
              <a:cxnSpLocks/>
            </p:cNvCxnSpPr>
            <p:nvPr/>
          </p:nvCxnSpPr>
          <p:spPr>
            <a:xfrm>
              <a:off x="6915339" y="4246075"/>
              <a:ext cx="0" cy="1457608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259638E-F8B1-E688-A4DF-89512BBFDAE7}"/>
                </a:ext>
              </a:extLst>
            </p:cNvPr>
            <p:cNvGrpSpPr/>
            <p:nvPr/>
          </p:nvGrpSpPr>
          <p:grpSpPr>
            <a:xfrm>
              <a:off x="6341955" y="4526732"/>
              <a:ext cx="846496" cy="606579"/>
              <a:chOff x="6341955" y="4526732"/>
              <a:chExt cx="846496" cy="60657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AF6500C-1F08-F8B4-D997-9EE8D07FB1ED}"/>
                  </a:ext>
                </a:extLst>
              </p:cNvPr>
              <p:cNvGrpSpPr/>
              <p:nvPr/>
            </p:nvGrpSpPr>
            <p:grpSpPr>
              <a:xfrm>
                <a:off x="6915339" y="4526732"/>
                <a:ext cx="273112" cy="606579"/>
                <a:chOff x="6915339" y="4526732"/>
                <a:chExt cx="273112" cy="606579"/>
              </a:xfrm>
            </p:grpSpPr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3A2061DF-A437-EE23-AD74-2CBB80BABABB}"/>
                    </a:ext>
                  </a:extLst>
                </p:cNvPr>
                <p:cNvCxnSpPr/>
                <p:nvPr/>
              </p:nvCxnSpPr>
              <p:spPr>
                <a:xfrm>
                  <a:off x="6915339" y="4526732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219EC2CB-26A9-D8B1-0EB8-13FE8054018D}"/>
                    </a:ext>
                  </a:extLst>
                </p:cNvPr>
                <p:cNvCxnSpPr/>
                <p:nvPr/>
              </p:nvCxnSpPr>
              <p:spPr>
                <a:xfrm>
                  <a:off x="6915339" y="4852654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3F57E160-314E-49BB-6FAA-18A51EF52908}"/>
                    </a:ext>
                  </a:extLst>
                </p:cNvPr>
                <p:cNvCxnSpPr/>
                <p:nvPr/>
              </p:nvCxnSpPr>
              <p:spPr>
                <a:xfrm>
                  <a:off x="6915339" y="5133311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7628DFB-4618-86FD-D858-3641A20C2D17}"/>
                  </a:ext>
                </a:extLst>
              </p:cNvPr>
              <p:cNvGrpSpPr/>
              <p:nvPr/>
            </p:nvGrpSpPr>
            <p:grpSpPr>
              <a:xfrm>
                <a:off x="6341955" y="4526732"/>
                <a:ext cx="273112" cy="606579"/>
                <a:chOff x="6915339" y="4526732"/>
                <a:chExt cx="273112" cy="606579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8D8B9166-67F4-6FC0-15D8-FB589DD2BAB5}"/>
                    </a:ext>
                  </a:extLst>
                </p:cNvPr>
                <p:cNvCxnSpPr/>
                <p:nvPr/>
              </p:nvCxnSpPr>
              <p:spPr>
                <a:xfrm>
                  <a:off x="6915339" y="4526732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C290E0EB-3657-5A7B-A3A7-274A2C3061A4}"/>
                    </a:ext>
                  </a:extLst>
                </p:cNvPr>
                <p:cNvCxnSpPr/>
                <p:nvPr/>
              </p:nvCxnSpPr>
              <p:spPr>
                <a:xfrm>
                  <a:off x="6915339" y="4852654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A43DDFD5-9FEF-203C-4714-3CAEB746910B}"/>
                    </a:ext>
                  </a:extLst>
                </p:cNvPr>
                <p:cNvCxnSpPr/>
                <p:nvPr/>
              </p:nvCxnSpPr>
              <p:spPr>
                <a:xfrm>
                  <a:off x="6915339" y="5133311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019EA66-731A-315A-EC41-2B389D751068}"/>
                </a:ext>
              </a:extLst>
            </p:cNvPr>
            <p:cNvGrpSpPr/>
            <p:nvPr/>
          </p:nvGrpSpPr>
          <p:grpSpPr>
            <a:xfrm flipH="1">
              <a:off x="4488917" y="4526732"/>
              <a:ext cx="846496" cy="606579"/>
              <a:chOff x="6341955" y="4526732"/>
              <a:chExt cx="846496" cy="606579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D1A50B9-2943-6921-0ED3-32E2892D0329}"/>
                  </a:ext>
                </a:extLst>
              </p:cNvPr>
              <p:cNvGrpSpPr/>
              <p:nvPr/>
            </p:nvGrpSpPr>
            <p:grpSpPr>
              <a:xfrm>
                <a:off x="6915339" y="4526732"/>
                <a:ext cx="273112" cy="606579"/>
                <a:chOff x="6915339" y="4526732"/>
                <a:chExt cx="273112" cy="606579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B6001F86-CBF1-BA3C-3B65-9A14C9D64878}"/>
                    </a:ext>
                  </a:extLst>
                </p:cNvPr>
                <p:cNvCxnSpPr/>
                <p:nvPr/>
              </p:nvCxnSpPr>
              <p:spPr>
                <a:xfrm>
                  <a:off x="6915339" y="4526732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4DF83FE4-6425-3686-DDF2-8327302502BB}"/>
                    </a:ext>
                  </a:extLst>
                </p:cNvPr>
                <p:cNvCxnSpPr/>
                <p:nvPr/>
              </p:nvCxnSpPr>
              <p:spPr>
                <a:xfrm>
                  <a:off x="6915339" y="4852654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2E13CB1A-C629-D338-CB67-ECDBF3E8B571}"/>
                    </a:ext>
                  </a:extLst>
                </p:cNvPr>
                <p:cNvCxnSpPr/>
                <p:nvPr/>
              </p:nvCxnSpPr>
              <p:spPr>
                <a:xfrm>
                  <a:off x="6915339" y="5133311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80A3110-4402-0427-BFE3-75FCB872F299}"/>
                  </a:ext>
                </a:extLst>
              </p:cNvPr>
              <p:cNvGrpSpPr/>
              <p:nvPr/>
            </p:nvGrpSpPr>
            <p:grpSpPr>
              <a:xfrm>
                <a:off x="6341955" y="4526732"/>
                <a:ext cx="273112" cy="606579"/>
                <a:chOff x="6915339" y="4526732"/>
                <a:chExt cx="273112" cy="606579"/>
              </a:xfrm>
            </p:grpSpPr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C17F5121-94B7-33F0-1630-1F4195060A8F}"/>
                    </a:ext>
                  </a:extLst>
                </p:cNvPr>
                <p:cNvCxnSpPr/>
                <p:nvPr/>
              </p:nvCxnSpPr>
              <p:spPr>
                <a:xfrm>
                  <a:off x="6915339" y="4526732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D7C16F64-8249-B70A-97AE-61ECDE29AF94}"/>
                    </a:ext>
                  </a:extLst>
                </p:cNvPr>
                <p:cNvCxnSpPr/>
                <p:nvPr/>
              </p:nvCxnSpPr>
              <p:spPr>
                <a:xfrm>
                  <a:off x="6915339" y="4852654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556EF191-8294-AEF8-18CD-2B3B4E2C6A4C}"/>
                    </a:ext>
                  </a:extLst>
                </p:cNvPr>
                <p:cNvCxnSpPr/>
                <p:nvPr/>
              </p:nvCxnSpPr>
              <p:spPr>
                <a:xfrm>
                  <a:off x="6915339" y="5133311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B1108F5-CD3A-347A-0C94-A8DFFB7001BA}"/>
                </a:ext>
              </a:extLst>
            </p:cNvPr>
            <p:cNvCxnSpPr/>
            <p:nvPr/>
          </p:nvCxnSpPr>
          <p:spPr>
            <a:xfrm>
              <a:off x="7613964" y="3331675"/>
              <a:ext cx="0" cy="13036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14E3A19-C104-B9D0-519F-F67D0F56A9E3}"/>
                </a:ext>
              </a:extLst>
            </p:cNvPr>
            <p:cNvCxnSpPr/>
            <p:nvPr/>
          </p:nvCxnSpPr>
          <p:spPr>
            <a:xfrm>
              <a:off x="4172138" y="3331675"/>
              <a:ext cx="0" cy="13036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0B05670-60DF-0FED-EC41-3DA6FF3A7AF3}"/>
                </a:ext>
              </a:extLst>
            </p:cNvPr>
            <p:cNvCxnSpPr/>
            <p:nvPr/>
          </p:nvCxnSpPr>
          <p:spPr>
            <a:xfrm>
              <a:off x="5925127" y="3429000"/>
              <a:ext cx="0" cy="4820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0C91FCD-7DDE-6D03-E11B-39712AE18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5127" y="4394325"/>
              <a:ext cx="0" cy="4820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BACFB79-A7D2-DDEA-7716-2F32CA08FFCD}"/>
                </a:ext>
              </a:extLst>
            </p:cNvPr>
            <p:cNvGrpSpPr/>
            <p:nvPr/>
          </p:nvGrpSpPr>
          <p:grpSpPr>
            <a:xfrm>
              <a:off x="5925127" y="2277518"/>
              <a:ext cx="846496" cy="606579"/>
              <a:chOff x="6341955" y="4526732"/>
              <a:chExt cx="846496" cy="606579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95C3353-0C76-101A-371B-7D081976B06E}"/>
                  </a:ext>
                </a:extLst>
              </p:cNvPr>
              <p:cNvGrpSpPr/>
              <p:nvPr/>
            </p:nvGrpSpPr>
            <p:grpSpPr>
              <a:xfrm>
                <a:off x="6915339" y="4526732"/>
                <a:ext cx="273112" cy="606579"/>
                <a:chOff x="6915339" y="4526732"/>
                <a:chExt cx="273112" cy="606579"/>
              </a:xfrm>
            </p:grpSpPr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573211F3-BD6A-B449-F6AE-591890CF043F}"/>
                    </a:ext>
                  </a:extLst>
                </p:cNvPr>
                <p:cNvCxnSpPr/>
                <p:nvPr/>
              </p:nvCxnSpPr>
              <p:spPr>
                <a:xfrm>
                  <a:off x="6915339" y="4526732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EC13245-7C24-246B-504C-5701507FE368}"/>
                    </a:ext>
                  </a:extLst>
                </p:cNvPr>
                <p:cNvCxnSpPr/>
                <p:nvPr/>
              </p:nvCxnSpPr>
              <p:spPr>
                <a:xfrm>
                  <a:off x="6915339" y="4852654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8AADE786-F5E8-29E3-C709-5ADDAE04002C}"/>
                    </a:ext>
                  </a:extLst>
                </p:cNvPr>
                <p:cNvCxnSpPr/>
                <p:nvPr/>
              </p:nvCxnSpPr>
              <p:spPr>
                <a:xfrm>
                  <a:off x="6915339" y="5133311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D1C365DF-F8EA-B2E4-1865-5ECAFE91694B}"/>
                  </a:ext>
                </a:extLst>
              </p:cNvPr>
              <p:cNvGrpSpPr/>
              <p:nvPr/>
            </p:nvGrpSpPr>
            <p:grpSpPr>
              <a:xfrm>
                <a:off x="6341955" y="4526732"/>
                <a:ext cx="273112" cy="606579"/>
                <a:chOff x="6915339" y="4526732"/>
                <a:chExt cx="273112" cy="606579"/>
              </a:xfrm>
            </p:grpSpPr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F40D22FA-9B7B-FC08-EFD0-FAC79F4CAD0F}"/>
                    </a:ext>
                  </a:extLst>
                </p:cNvPr>
                <p:cNvCxnSpPr/>
                <p:nvPr/>
              </p:nvCxnSpPr>
              <p:spPr>
                <a:xfrm>
                  <a:off x="6915339" y="4526732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F283E87-1E4E-D696-66C7-BDD534508BBA}"/>
                    </a:ext>
                  </a:extLst>
                </p:cNvPr>
                <p:cNvCxnSpPr/>
                <p:nvPr/>
              </p:nvCxnSpPr>
              <p:spPr>
                <a:xfrm>
                  <a:off x="6915339" y="4852654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52B0C1EB-3DDD-8AFB-CCC4-C3BAEEECA47A}"/>
                    </a:ext>
                  </a:extLst>
                </p:cNvPr>
                <p:cNvCxnSpPr/>
                <p:nvPr/>
              </p:nvCxnSpPr>
              <p:spPr>
                <a:xfrm>
                  <a:off x="6915339" y="5133311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66A4B0F-5427-539B-EC57-F344EA63C0BC}"/>
                </a:ext>
              </a:extLst>
            </p:cNvPr>
            <p:cNvGrpSpPr/>
            <p:nvPr/>
          </p:nvGrpSpPr>
          <p:grpSpPr>
            <a:xfrm flipH="1">
              <a:off x="5026478" y="2277518"/>
              <a:ext cx="846496" cy="606579"/>
              <a:chOff x="6341955" y="4526732"/>
              <a:chExt cx="846496" cy="606579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26A931C-A10C-61D9-2A3E-65766BA00EF0}"/>
                  </a:ext>
                </a:extLst>
              </p:cNvPr>
              <p:cNvGrpSpPr/>
              <p:nvPr/>
            </p:nvGrpSpPr>
            <p:grpSpPr>
              <a:xfrm>
                <a:off x="6915339" y="4526732"/>
                <a:ext cx="273112" cy="606579"/>
                <a:chOff x="6915339" y="4526732"/>
                <a:chExt cx="273112" cy="606579"/>
              </a:xfrm>
            </p:grpSpPr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D2A6ABFF-D02B-586B-18E6-0237CFD0AA8F}"/>
                    </a:ext>
                  </a:extLst>
                </p:cNvPr>
                <p:cNvCxnSpPr/>
                <p:nvPr/>
              </p:nvCxnSpPr>
              <p:spPr>
                <a:xfrm>
                  <a:off x="6915339" y="4526732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2E0DDB39-C158-74BB-8C54-74CDA728A38F}"/>
                    </a:ext>
                  </a:extLst>
                </p:cNvPr>
                <p:cNvCxnSpPr/>
                <p:nvPr/>
              </p:nvCxnSpPr>
              <p:spPr>
                <a:xfrm>
                  <a:off x="6915339" y="4852654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6C567F7F-F508-2234-3651-352BF6EEA0FC}"/>
                    </a:ext>
                  </a:extLst>
                </p:cNvPr>
                <p:cNvCxnSpPr/>
                <p:nvPr/>
              </p:nvCxnSpPr>
              <p:spPr>
                <a:xfrm>
                  <a:off x="6915339" y="5133311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ED3EEFA-1AC5-78ED-42C0-2595EE0E8DC7}"/>
                  </a:ext>
                </a:extLst>
              </p:cNvPr>
              <p:cNvGrpSpPr/>
              <p:nvPr/>
            </p:nvGrpSpPr>
            <p:grpSpPr>
              <a:xfrm>
                <a:off x="6341955" y="4526732"/>
                <a:ext cx="273112" cy="606579"/>
                <a:chOff x="6915339" y="4526732"/>
                <a:chExt cx="273112" cy="606579"/>
              </a:xfrm>
            </p:grpSpPr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6F3ABF0E-FD73-F138-9661-08F9442E58DF}"/>
                    </a:ext>
                  </a:extLst>
                </p:cNvPr>
                <p:cNvCxnSpPr/>
                <p:nvPr/>
              </p:nvCxnSpPr>
              <p:spPr>
                <a:xfrm>
                  <a:off x="6915339" y="4526732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D367B61A-7E32-7594-5D5B-6B0BED537E02}"/>
                    </a:ext>
                  </a:extLst>
                </p:cNvPr>
                <p:cNvCxnSpPr/>
                <p:nvPr/>
              </p:nvCxnSpPr>
              <p:spPr>
                <a:xfrm>
                  <a:off x="6915339" y="4852654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BB751788-ADAC-C3E0-DC83-837682948163}"/>
                    </a:ext>
                  </a:extLst>
                </p:cNvPr>
                <p:cNvCxnSpPr/>
                <p:nvPr/>
              </p:nvCxnSpPr>
              <p:spPr>
                <a:xfrm>
                  <a:off x="6915339" y="5133311"/>
                  <a:ext cx="27311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2" name="Arrow: Curved Right 61">
              <a:extLst>
                <a:ext uri="{FF2B5EF4-FFF2-40B4-BE49-F238E27FC236}">
                  <a16:creationId xmlns:a16="http://schemas.microsoft.com/office/drawing/2014/main" id="{A5329EC7-2BAB-6146-DD2F-27BE5B74F263}"/>
                </a:ext>
              </a:extLst>
            </p:cNvPr>
            <p:cNvSpPr/>
            <p:nvPr/>
          </p:nvSpPr>
          <p:spPr>
            <a:xfrm>
              <a:off x="5453107" y="4771175"/>
              <a:ext cx="96666" cy="289703"/>
            </a:xfrm>
            <a:prstGeom prst="curv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63" name="Arrow: Curved Right 62">
              <a:extLst>
                <a:ext uri="{FF2B5EF4-FFF2-40B4-BE49-F238E27FC236}">
                  <a16:creationId xmlns:a16="http://schemas.microsoft.com/office/drawing/2014/main" id="{D21FBC6D-9099-A969-E92E-198250C91F57}"/>
                </a:ext>
              </a:extLst>
            </p:cNvPr>
            <p:cNvSpPr/>
            <p:nvPr/>
          </p:nvSpPr>
          <p:spPr>
            <a:xfrm flipH="1">
              <a:off x="6248303" y="4796828"/>
              <a:ext cx="96666" cy="289703"/>
            </a:xfrm>
            <a:prstGeom prst="curv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53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FFBD623-C601-6B14-AD4C-8C5F4C7A12BE}"/>
              </a:ext>
            </a:extLst>
          </p:cNvPr>
          <p:cNvGrpSpPr/>
          <p:nvPr/>
        </p:nvGrpSpPr>
        <p:grpSpPr>
          <a:xfrm>
            <a:off x="2676735" y="-483889"/>
            <a:ext cx="6496783" cy="9180236"/>
            <a:chOff x="2676735" y="-483889"/>
            <a:chExt cx="6496783" cy="918023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72DA2E-DC49-0D70-FC63-F02F6C24C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6735" y="-483889"/>
              <a:ext cx="6496783" cy="9180236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</p:spPr>
        </p:pic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6DEAA6-FEAC-0EF0-FB47-58992663835B}"/>
                    </a:ext>
                  </a:extLst>
                </p14:cNvPr>
                <p14:cNvContentPartPr/>
                <p14:nvPr/>
              </p14:nvContentPartPr>
              <p14:xfrm>
                <a:off x="5594903" y="2906145"/>
                <a:ext cx="346320" cy="278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6DEAA6-FEAC-0EF0-FB47-58992663835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31903" y="2843145"/>
                  <a:ext cx="4719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C382E0-B7E8-7DAF-E762-E9D637708CD0}"/>
                    </a:ext>
                  </a:extLst>
                </p14:cNvPr>
                <p14:cNvContentPartPr/>
                <p14:nvPr/>
              </p14:nvContentPartPr>
              <p14:xfrm>
                <a:off x="5820623" y="3747825"/>
                <a:ext cx="55080" cy="777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C382E0-B7E8-7DAF-E762-E9D637708CD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57623" y="3684825"/>
                  <a:ext cx="18072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2CF44C-F8A1-377E-F69F-927429F671C4}"/>
                    </a:ext>
                  </a:extLst>
                </p14:cNvPr>
                <p14:cNvContentPartPr/>
                <p14:nvPr/>
              </p14:nvContentPartPr>
              <p14:xfrm>
                <a:off x="6499943" y="4444785"/>
                <a:ext cx="153720" cy="255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2CF44C-F8A1-377E-F69F-927429F671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36943" y="4381785"/>
                  <a:ext cx="2793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411602-DB5C-7A96-91B7-5DC47419FA98}"/>
                    </a:ext>
                  </a:extLst>
                </p14:cNvPr>
                <p14:cNvContentPartPr/>
                <p14:nvPr/>
              </p14:nvContentPartPr>
              <p14:xfrm>
                <a:off x="5036183" y="4417785"/>
                <a:ext cx="320040" cy="220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411602-DB5C-7A96-91B7-5DC47419FA9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73543" y="4354785"/>
                  <a:ext cx="4456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3FA679-C551-6F37-7B09-42E2CEB699DB}"/>
                    </a:ext>
                  </a:extLst>
                </p14:cNvPr>
                <p14:cNvContentPartPr/>
                <p14:nvPr/>
              </p14:nvContentPartPr>
              <p14:xfrm>
                <a:off x="5811983" y="5983785"/>
                <a:ext cx="207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3FA679-C551-6F37-7B09-42E2CEB699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49343" y="5921145"/>
                  <a:ext cx="333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4645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7179-DDFE-14F5-A6C6-8EE8DDB6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1E17ED-9FD4-F42B-1EF1-8EE0B240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735" y="-483889"/>
            <a:ext cx="6496783" cy="9180236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</p:pic>
    </p:spTree>
    <p:extLst>
      <p:ext uri="{BB962C8B-B14F-4D97-AF65-F5344CB8AC3E}">
        <p14:creationId xmlns:p14="http://schemas.microsoft.com/office/powerpoint/2010/main" val="4229282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2026-06-29T14:07:45Z</dcterms:created>
  <dcterms:modified xsi:type="dcterms:W3CDTF">2026-06-30T00:01:16Z</dcterms:modified>
</cp:coreProperties>
</file>